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Task_02: Database Discovery on EC2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Discover databases across AWS accounts • Expose via API • Proof-of-concept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Confidentiality Notice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This presentation is confidential and proprietary to AIRBUS.</a:t>
            </a:r>
          </a:p>
          <a:p>
            <a:pPr>
              <a:spcAft>
                <a:spcPts val="600"/>
              </a:spcAft>
              <a:defRPr sz="1800"/>
            </a:pPr>
            <a:r>
              <a:t>Unauthorized distribution, disclosure, or use is strictly prohibited.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Discover all databases installed on EC2 instances across multiple AWS accounts</a:t>
            </a:r>
          </a:p>
          <a:p>
            <a:pPr>
              <a:spcAft>
                <a:spcPts val="600"/>
              </a:spcAft>
              <a:defRPr sz="1800"/>
            </a:pPr>
            <a:r>
              <a:t>Capture: database type, version, database sizing, system sizing</a:t>
            </a:r>
          </a:p>
          <a:p>
            <a:pPr>
              <a:spcAft>
                <a:spcPts val="600"/>
              </a:spcAft>
              <a:defRPr sz="1800"/>
            </a:pPr>
            <a:r>
              <a:t>Expose the output via an API</a:t>
            </a:r>
          </a:p>
          <a:p>
            <a:pPr>
              <a:spcAft>
                <a:spcPts val="600"/>
              </a:spcAft>
              <a:defRPr sz="1800"/>
            </a:pPr>
            <a:r>
              <a:t>Constraints: Read-only, no SSH, no production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High-Level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Management (hub) account: Discovery Lambda, DynamoDB, API Gateway</a:t>
            </a:r>
          </a:p>
          <a:p>
            <a:pPr>
              <a:spcAft>
                <a:spcPts val="600"/>
              </a:spcAft>
              <a:defRPr sz="1800"/>
            </a:pPr>
            <a:r>
              <a:t>Spoke accounts: EC2 instances with SSM agent</a:t>
            </a:r>
          </a:p>
          <a:p>
            <a:pPr>
              <a:spcAft>
                <a:spcPts val="600"/>
              </a:spcAft>
              <a:defRPr sz="1800"/>
            </a:pPr>
            <a:r>
              <a:t>Flow: EventBridge → Discovery Lambda → AssumeRole → SSM Run Command → Parse → DynamoDB</a:t>
            </a:r>
          </a:p>
          <a:p>
            <a:pPr>
              <a:spcAft>
                <a:spcPts val="600"/>
              </a:spcAft>
              <a:defRPr sz="1800"/>
            </a:pPr>
            <a:r>
              <a:t>API: API Gateway + Lambda reads DynamoDB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Who Does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Intern A: Discovery</a:t>
            </a:r>
          </a:p>
          <a:p>
            <a:pPr>
              <a:spcAft>
                <a:spcPts val="400"/>
              </a:spcAft>
              <a:defRPr sz="1400"/>
            </a:pPr>
            <a:r>
              <a:t>• discovery_handler.py</a:t>
            </a:r>
          </a:p>
          <a:p>
            <a:pPr>
              <a:spcAft>
                <a:spcPts val="400"/>
              </a:spcAft>
              <a:defRPr sz="1400"/>
            </a:pPr>
            <a:r>
              <a:t>• discovery_python.py</a:t>
            </a:r>
          </a:p>
          <a:p>
            <a:pPr>
              <a:spcAft>
                <a:spcPts val="400"/>
              </a:spcAft>
              <a:defRPr sz="1400"/>
            </a:pPr>
            <a:r>
              <a:t>• ssm-document.json</a:t>
            </a:r>
          </a:p>
          <a:p>
            <a:pPr>
              <a:spcAft>
                <a:spcPts val="400"/>
              </a:spcAft>
              <a:defRPr sz="1400"/>
            </a:pPr>
            <a:r>
              <a:t>• DynamoDB schema</a:t>
            </a:r>
          </a:p>
          <a:p>
            <a:pPr>
              <a:spcAft>
                <a:spcPts val="400"/>
              </a:spcAft>
              <a:defRPr sz="1400"/>
            </a:pPr>
            <a:r>
              <a:t>• Speaks: architecture, SSM, DynamoDB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Integration: Schema defined by A, consumed by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760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Intern B: IAM &amp; API</a:t>
            </a:r>
          </a:p>
          <a:p>
            <a:pPr>
              <a:spcAft>
                <a:spcPts val="400"/>
              </a:spcAft>
              <a:defRPr sz="1400"/>
            </a:pPr>
            <a:r>
              <a:t>• iam/*.json</a:t>
            </a:r>
          </a:p>
          <a:p>
            <a:pPr>
              <a:spcAft>
                <a:spcPts val="400"/>
              </a:spcAft>
              <a:defRPr sz="1400"/>
            </a:pPr>
            <a:r>
              <a:t>• api_handler.py</a:t>
            </a:r>
          </a:p>
          <a:p>
            <a:pPr>
              <a:spcAft>
                <a:spcPts val="400"/>
              </a:spcAft>
              <a:defRPr sz="1400"/>
            </a:pPr>
            <a:r>
              <a:t>• api-gateway-config.md</a:t>
            </a:r>
          </a:p>
          <a:p>
            <a:pPr>
              <a:spcAft>
                <a:spcPts val="400"/>
              </a:spcAft>
              <a:defRPr sz="1400"/>
            </a:pPr>
            <a:r>
              <a:t>• EXECUTION_GUIDE.md</a:t>
            </a:r>
          </a:p>
          <a:p>
            <a:pPr>
              <a:spcAft>
                <a:spcPts val="400"/>
              </a:spcAft>
              <a:defRPr sz="1400"/>
            </a:pPr>
            <a:r>
              <a:t>• Speaks: intro, API, disclaimers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IAM defined by B, used by 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IAM: Cross-account assume role, least privilege, no credentials exposed</a:t>
            </a:r>
          </a:p>
          <a:p>
            <a:pPr>
              <a:spcAft>
                <a:spcPts val="600"/>
              </a:spcAft>
              <a:defRPr sz="1800"/>
            </a:pPr>
            <a:r>
              <a:t>SSM: Runs discovery script on EC2 (no SSH); detects MySQL, PostgreSQL, MongoDB</a:t>
            </a:r>
          </a:p>
          <a:p>
            <a:pPr>
              <a:spcAft>
                <a:spcPts val="600"/>
              </a:spcAft>
              <a:defRPr sz="1800"/>
            </a:pPr>
            <a:r>
              <a:t>Discovery script: pgrep, version commands, du, /proc — all read-only</a:t>
            </a:r>
          </a:p>
          <a:p>
            <a:pPr>
              <a:spcAft>
                <a:spcPts val="600"/>
              </a:spcAft>
              <a:defRPr sz="1800"/>
            </a:pPr>
            <a:r>
              <a:t>DynamoDB: Stores account_id, instance_id, engine, version, sizing</a:t>
            </a:r>
          </a:p>
          <a:p>
            <a:pPr>
              <a:spcAft>
                <a:spcPts val="600"/>
              </a:spcAft>
              <a:defRPr sz="1800"/>
            </a:pPr>
            <a:r>
              <a:t>API: /health, /accounts, /accounts/{id}/instances, /databases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Edge Cases Handled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EC2 without SSM → Skipped, logged</a:t>
            </a:r>
          </a:p>
          <a:p>
            <a:pPr>
              <a:spcAft>
                <a:spcPts val="600"/>
              </a:spcAft>
              <a:defRPr sz="1800"/>
            </a:pPr>
            <a:r>
              <a:t>Database installed but not running → status: installed</a:t>
            </a:r>
          </a:p>
          <a:p>
            <a:pPr>
              <a:spcAft>
                <a:spcPts val="600"/>
              </a:spcAft>
              <a:defRPr sz="1800"/>
            </a:pPr>
            <a:r>
              <a:t>Multiple DBs on one instance → Separate records per DB</a:t>
            </a:r>
          </a:p>
          <a:p>
            <a:pPr>
              <a:spcAft>
                <a:spcPts val="600"/>
              </a:spcAft>
              <a:defRPr sz="1800"/>
            </a:pPr>
            <a:r>
              <a:t>Permission failure → discovery_status: failed, error stored</a:t>
            </a:r>
          </a:p>
          <a:p>
            <a:pPr>
              <a:spcAft>
                <a:spcPts val="600"/>
              </a:spcAft>
              <a:defRPr sz="1800"/>
            </a:pPr>
            <a:r>
              <a:t>Lambda timeout → Previous data remains; no partial write</a:t>
            </a:r>
          </a:p>
          <a:p>
            <a:pPr>
              <a:spcAft>
                <a:spcPts val="600"/>
              </a:spcAft>
              <a:defRPr sz="1800"/>
            </a:pPr>
            <a:r>
              <a:t>Unknown engine → Not detected; instance shows db_id: none if no known DBs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No SSH; IAM-based access via SSM</a:t>
            </a:r>
          </a:p>
          <a:p>
            <a:pPr>
              <a:spcAft>
                <a:spcPts val="600"/>
              </a:spcAft>
              <a:defRPr sz="1800"/>
            </a:pPr>
            <a:r>
              <a:t>Read-only: No DDL, DML, config writes</a:t>
            </a:r>
          </a:p>
          <a:p>
            <a:pPr>
              <a:spcAft>
                <a:spcPts val="600"/>
              </a:spcAft>
              <a:defRPr sz="1800"/>
            </a:pPr>
            <a:r>
              <a:t>CloudTrail: All AssumeRole, SendCommand, DynamoDB logged</a:t>
            </a:r>
          </a:p>
          <a:p>
            <a:pPr>
              <a:spcAft>
                <a:spcPts val="600"/>
              </a:spcAft>
              <a:defRPr sz="1800"/>
            </a:pPr>
            <a:r>
              <a:t>Least privilege: Scoped permissions per role</a:t>
            </a:r>
          </a:p>
          <a:p>
            <a:pPr>
              <a:spcAft>
                <a:spcPts val="600"/>
              </a:spcAft>
              <a:defRPr sz="1800"/>
            </a:pPr>
            <a:r>
              <a:t>What we do NOT do: Connect to DBs, modify files, access application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1. Architecture (Intern A)</a:t>
            </a:r>
          </a:p>
          <a:p>
            <a:pPr>
              <a:spcAft>
                <a:spcPts val="600"/>
              </a:spcAft>
              <a:defRPr sz="1800"/>
            </a:pPr>
            <a:r>
              <a:t>2. Trigger Discovery Lambda (Intern A)</a:t>
            </a:r>
          </a:p>
          <a:p>
            <a:pPr>
              <a:spcAft>
                <a:spcPts val="600"/>
              </a:spcAft>
              <a:defRPr sz="1800"/>
            </a:pPr>
            <a:r>
              <a:t>3. Show SSM command history (Intern A)</a:t>
            </a:r>
          </a:p>
          <a:p>
            <a:pPr>
              <a:spcAft>
                <a:spcPts val="600"/>
              </a:spcAft>
              <a:defRPr sz="1800"/>
            </a:pPr>
            <a:r>
              <a:t>4. Show DynamoDB items (Intern A)</a:t>
            </a:r>
          </a:p>
          <a:p>
            <a:pPr>
              <a:spcAft>
                <a:spcPts val="600"/>
              </a:spcAft>
              <a:defRPr sz="1800"/>
            </a:pPr>
            <a:r>
              <a:t>5. API calls: /health, /accounts, /databases (Intern B)</a:t>
            </a:r>
          </a:p>
          <a:p>
            <a:pPr>
              <a:spcAft>
                <a:spcPts val="600"/>
              </a:spcAft>
              <a:defRPr sz="1800"/>
            </a:pPr>
            <a:r>
              <a:t>6. Failure handling (optional)</a:t>
            </a:r>
          </a:p>
          <a:p>
            <a:pPr>
              <a:spcAft>
                <a:spcPts val="600"/>
              </a:spcAft>
              <a:defRPr sz="1800"/>
            </a:pPr>
            <a:r>
              <a:t>7. Limitations &amp; disclaimers (Intern 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Limitations (Explicit)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Only SSM-managed instances</a:t>
            </a:r>
          </a:p>
          <a:p>
            <a:pPr>
              <a:spcAft>
                <a:spcPts val="600"/>
              </a:spcAft>
              <a:defRPr sz="1800"/>
            </a:pPr>
            <a:r>
              <a:t>Only MySQL, PostgreSQL, MongoDB</a:t>
            </a:r>
          </a:p>
          <a:p>
            <a:pPr>
              <a:spcAft>
                <a:spcPts val="600"/>
              </a:spcAft>
              <a:defRPr sz="1800"/>
            </a:pPr>
            <a:r>
              <a:t>Batch only (not real-time)</a:t>
            </a:r>
          </a:p>
          <a:p>
            <a:pPr>
              <a:spcAft>
                <a:spcPts val="600"/>
              </a:spcAft>
              <a:defRPr sz="1800"/>
            </a:pPr>
            <a:r>
              <a:t>Single region</a:t>
            </a:r>
          </a:p>
          <a:p>
            <a:pPr>
              <a:spcAft>
                <a:spcPts val="600"/>
              </a:spcAft>
              <a:defRPr sz="1800"/>
            </a:pPr>
            <a:r>
              <a:t>No RDS/Aurora; no container discovery</a:t>
            </a:r>
          </a:p>
          <a:p>
            <a:pPr>
              <a:spcAft>
                <a:spcPts val="600"/>
              </a:spcAft>
              <a:defRPr sz="1800"/>
            </a:pPr>
            <a:r>
              <a:t>No API authentication in POC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What We Would Add for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API auth (IAM or API key)</a:t>
            </a:r>
          </a:p>
          <a:p>
            <a:pPr>
              <a:spcAft>
                <a:spcPts val="600"/>
              </a:spcAft>
              <a:defRPr sz="1800"/>
            </a:pPr>
            <a:r>
              <a:t>DynamoDB GSI + pagination</a:t>
            </a:r>
          </a:p>
          <a:p>
            <a:pPr>
              <a:spcAft>
                <a:spcPts val="600"/>
              </a:spcAft>
              <a:defRPr sz="1800"/>
            </a:pPr>
            <a:r>
              <a:t>Retries / DLQ for DynamoDB</a:t>
            </a:r>
          </a:p>
          <a:p>
            <a:pPr>
              <a:spcAft>
                <a:spcPts val="600"/>
              </a:spcAft>
              <a:defRPr sz="1800"/>
            </a:pPr>
            <a:r>
              <a:t>Multi-region support</a:t>
            </a:r>
          </a:p>
          <a:p>
            <a:pPr>
              <a:spcAft>
                <a:spcPts val="600"/>
              </a:spcAft>
              <a:defRPr sz="1800"/>
            </a:pPr>
            <a:r>
              <a:t>Unit tests, IaC (Terraform/CloudFormation)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